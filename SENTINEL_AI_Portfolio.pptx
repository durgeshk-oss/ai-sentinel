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//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874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Workstation Signal Intelligence &amp; Leak Isolation Vector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594360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468880"/>
            <a:ext cx="45720" cy="128016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420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DURGESHKUMAR NONARE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9077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· AI Cybersecurity · Program Manager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CISSP · CISM · ISO 27001 · CTIA · CCNA · CCNP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913632"/>
            <a:ext cx="1645920" cy="310896"/>
          </a:xfrm>
          <a:prstGeom prst="rect">
            <a:avLst/>
          </a:prstGeom>
          <a:solidFill>
            <a:srgbClr val="0D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9136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PORTFOLIO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03120" y="3913632"/>
            <a:ext cx="1280160" cy="310896"/>
          </a:xfrm>
          <a:prstGeom prst="rect">
            <a:avLst/>
          </a:prstGeom>
          <a:solidFill>
            <a:srgbClr val="1A14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913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50C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SANITIZED FOR EXTERNAL STAKEHOLDERS  ·  PROPRIETARY LOGIC WITHHELD  ·  VERSION 1.0.0-PROD-SAN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THE AUTHOR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2A1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572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DURGESHKUMAR NONARE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| AI Cybersecurity | Program Manager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3258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CISSP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19072" y="1920240"/>
            <a:ext cx="13258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63824" y="1920240"/>
            <a:ext cx="13258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 27001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920240"/>
            <a:ext cx="13258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53328" y="1920240"/>
            <a:ext cx="13258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920240"/>
            <a:ext cx="13258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CCNP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450592"/>
            <a:ext cx="8595360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50592"/>
            <a:ext cx="45720" cy="694944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542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EXPERTISE: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64208" y="2505456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across GRC, AI-augmented cybersecurity, and enterprise program management. Specializes in building zero-trust security architectures, AI governance frameworks, and continuous risk monitoring platforms that bridge the gap between executive strategy and technical execution.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73552"/>
            <a:ext cx="8595360" cy="694944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73552"/>
            <a:ext cx="4572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3649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64208" y="3328416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hands-on background in Python-driven security tooling, network security (CCNA/CCNP), threat intelligence lifecycle (CTIA), and ISO 27001 ISMS implementation. Designs and delivers end-to-end security solutions from threat modeling through forensic audit.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96512"/>
            <a:ext cx="8595360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096512"/>
            <a:ext cx="45720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187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LEADERSHIP: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64208" y="4151376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driving cross-functional cybersecurity initiatives at enterprise scale. Aligns SOC 2, NIST SP 800-53, and GDPR compliance programs with organizational risk posture — translating complex security architectures into measurable business value.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INVISIBLE ENDPOINT THREAT SURFACE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 RISKS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toolchains, data models, and microservices increase corporate endpoint vulnerability exponentially.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1005840"/>
            <a:ext cx="274320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0058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115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64992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 GAPS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2084832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EDR agents miss application-tier context — blind to API tokens traversing unencrypted local proxy interfaces.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1005840"/>
            <a:ext cx="274320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10058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115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18504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 RISKS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18504" y="2084832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credentials and config data leak into upstream synchronization channels before detection windows close.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16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DECOUPLED APP LAYER ]  →  [ OS KERNEL DEFENSES ]  →  [ SECURITY BLINDSPOT ]  →  [ DATA LEAKAGE 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// AI OPERATOR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54864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RAW TELEMETRY INGRESS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36576" cy="4572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Aggregation — Replaces heavy kernel drivers with a fast user-space polling engine.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36576" cy="4572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Ingestion Matrix — Normalizes scattered application data into a single local relational structure.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154680"/>
            <a:ext cx="36576" cy="4572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Storage — Atomic concurrent event registration under high-frequency write loads.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931920"/>
            <a:ext cx="36576" cy="4572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Calls — All telemetry isolated within local user space; no remote clusters.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2062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1E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0584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OPERATIONAL ANALYTICS GRID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600200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600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Contextual Awareness — Converts unstructured event logs into clear risk metrics and live maps.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377440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77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Taxonomy Engine — Model-agnostic classification converts raw strings to structured fields.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154680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154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— Plotly-powered charts update automatically without operator intervention.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931920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Ready — Immutable forensic audit ledger aligns with SOC 2, NIST, and GDPR.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TACTICAL COMMAND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69164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SIGNAL POLLING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background worker threads query local transaction databases at configurable intervals — no manual page refreshes required.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0624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169164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28032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ANIMATED INGRESS MAPPING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AntPath extensions render moving neon laser tracer vectors mapping active data threat trajectories on a global map.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0624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EXFIL FEED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840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event log monitors, slices, and formats transactional payloads — instantly categorized by contextual severity risk scores.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20624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9260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28032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 AUDIT LEDGER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3840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historical records view with responsive sorting arrays enabling deep compliance mapping and incident forensics.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DECOUPLED, STABLE SOFTWARE BLUEPRINT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5720" cy="658368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1338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133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Typing, data structures, thread concurrency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83080"/>
            <a:ext cx="45720" cy="658368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110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19110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Framework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11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caching, multi-column layout, async hooks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859536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60320"/>
            <a:ext cx="45720" cy="658368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883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6883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+ Leaflet AntPath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688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vector trace extensions on geospatial layers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859536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337560"/>
            <a:ext cx="45720" cy="658368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655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34655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4655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 SVG/WebGL optimized rendering suite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14800"/>
            <a:ext cx="45720" cy="658368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42428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42428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Atomic, thread-safe write-heavy transaction engine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MULTI-TIERED TELEMETRY 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264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Applications  ·  Database Transaction Logs  ·  Agent Outputs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18105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3FF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595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65960"/>
            <a:ext cx="4572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30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 MATRIX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386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Ingest Pipelines  ·  SQLite Thread-Safe Interface  ·  Schema Normalization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2770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3FF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8595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26080"/>
            <a:ext cx="457200" cy="77724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ANALYTICS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346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Handler  ·  Plotly Compiler  ·  Folium Builder  ·  Severity Classifier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37307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3FF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86200"/>
            <a:ext cx="4572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50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" y="3959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 GRID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306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HTML5/CSS3 UI  ·  AntPath Animation Matrix  ·  Glassmorphism Panels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OPERATIONS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1828800" cy="36576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pic>
        <p:nvPicPr>
          <p:cNvPr id="5" name="Image 0" descr="/home/claude/dashboard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49808"/>
            <a:ext cx="8595360" cy="2057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LIVE ATTACK INGRESS TRAJECTORIES  ·  AGGREGATE THREAT INDEX  ·  VECTOR RISK SEVERITY MIX ]</a:t>
            </a:r>
            <a:endParaRPr lang="en-US" sz="900" dirty="0"/>
          </a:p>
        </p:txBody>
      </p:sp>
      <p:pic>
        <p:nvPicPr>
          <p:cNvPr id="7" name="Image 1" descr="/home/claude/dashboard_bott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127248"/>
            <a:ext cx="8595360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THREAT DISTRIBUTION BY DATA TYPE  ·  SECURE FORENSIC AUDIT LEDGER DIRECTORY 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ZERO-TRUST ENDPOINT FRAMEWORK COMPLIANCE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E3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LOCAL USER-SPACE ISOLATION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36576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connectivity — all processing within host system user space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36576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225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telemetry calls or external analytical clusters used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72384"/>
            <a:ext cx="36576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723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isolation eliminates outbound metadata interception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822192"/>
            <a:ext cx="36576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22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credential exposure detection before upstream sync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2062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05840"/>
            <a:ext cx="4206240" cy="54864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REGULATORY ALIGNMENT MATRIX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3931920" cy="960120"/>
          </a:xfrm>
          <a:prstGeom prst="rect">
            <a:avLst/>
          </a:prstGeom>
          <a:solidFill>
            <a:srgbClr val="0A1E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636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2 TYPE II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901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Confidentiality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state tracking; immutable event ledger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670048"/>
            <a:ext cx="3931920" cy="960120"/>
          </a:xfrm>
          <a:prstGeom prst="rect">
            <a:avLst/>
          </a:prstGeom>
          <a:solidFill>
            <a:srgbClr val="0A1E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734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SP 800-53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99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SI-4 System Monitoring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App-tier inspection mapping unauthorized config drifts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767328"/>
            <a:ext cx="3931920" cy="960120"/>
          </a:xfrm>
          <a:prstGeom prst="rect">
            <a:avLst/>
          </a:prstGeom>
          <a:solidFill>
            <a:srgbClr val="0A1E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31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GDPR ART. 32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096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Processing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localization of credential/key exposures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PLATFORM PERFORMANCE BENCHMARKS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96596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965960" cy="54864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LATENCY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exposures isolated within sub-second intervals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1005840"/>
            <a:ext cx="196596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100584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1.8%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41448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CPU FOOTPRINT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32888" y="28803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under heavy background data stream conditions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005840"/>
            <a:ext cx="196596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00584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08576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JUMPS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016" y="28803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fade-in eliminates all UI layout flashes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75704" y="1005840"/>
            <a:ext cx="196596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1005840"/>
            <a:ext cx="19659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&gt;100/s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775704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THROUGHPUT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67144" y="28803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non-blocking engine handles high-frequency events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050C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RAW EVENT INGRESS ]  →  (SUB-SECOND INGEST)  →  [ DASHBOARD REFRESHED ]  →  1.8% MAX CPU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PLATFORM EXPANSION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1828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60704"/>
            <a:ext cx="2743200" cy="502920"/>
          </a:xfrm>
          <a:prstGeom prst="rect">
            <a:avLst/>
          </a:prstGeom>
          <a:solidFill>
            <a:srgbClr val="080E1D"/>
          </a:solidFill>
          <a:ln w="12700">
            <a:solidFill>
              <a:srgbClr val="080E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SHORT-TERM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 INTEGRATION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36576" cy="41148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webhook alert engines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36576" cy="41148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payloads to SIEM collectors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20440"/>
            <a:ext cx="36576" cy="41148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event mapping exports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1005840"/>
            <a:ext cx="274320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10058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27832" y="1060704"/>
            <a:ext cx="2743200" cy="502920"/>
          </a:xfrm>
          <a:prstGeom prst="rect">
            <a:avLst/>
          </a:prstGeom>
          <a:solidFill>
            <a:srgbClr val="080E1D"/>
          </a:solidFill>
          <a:ln w="12700">
            <a:solidFill>
              <a:srgbClr val="080E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097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1097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MID-TERM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4992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PERIPHERAL PLUGINS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64992" y="2148840"/>
            <a:ext cx="36576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Linux eBPF network probes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64992" y="2834640"/>
            <a:ext cx="36576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Socket-level call capture into SQLite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3520440"/>
            <a:ext cx="36576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Low-overhead kernel hook integration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1005840"/>
            <a:ext cx="274320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1344" y="100584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1060704"/>
            <a:ext cx="2743200" cy="502920"/>
          </a:xfrm>
          <a:prstGeom prst="rect">
            <a:avLst/>
          </a:prstGeom>
          <a:solidFill>
            <a:srgbClr val="080E1D"/>
          </a:solidFill>
          <a:ln w="12700">
            <a:solidFill>
              <a:srgbClr val="080E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1097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61504" y="1097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LONG-TERM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18504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QUANTIZED ML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18504" y="2148840"/>
            <a:ext cx="36576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hardware-accelerated inference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18504" y="2834640"/>
            <a:ext cx="36576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Edge-local tokenizer classification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18504" y="3520440"/>
            <a:ext cx="36576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workstation deployment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754880"/>
            <a:ext cx="8595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400" kern="0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// AI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DURGESHKUMAR NONARE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CISSP · CISM · ISO 27001 · CTIA · CCNA · CCNP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487168"/>
            <a:ext cx="4572000" cy="36576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6517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verified public-portfolio safe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proprietary orchestration patterns withheld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fully cataloged and compliance mapped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4114800"/>
            <a:ext cx="4572000" cy="594360"/>
          </a:xfrm>
          <a:prstGeom prst="rect">
            <a:avLst/>
          </a:prstGeom>
          <a:solidFill>
            <a:srgbClr val="050C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4114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FLOOR OPEN — QUESTIONS &amp; ARCHITECTURAL DEEP DIVES 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// AI — Enterprise Portfolio</dc:title>
  <dc:subject>PptxGenJS Presentation</dc:subject>
  <dc:creator>Durgeshkumar Nonare</dc:creator>
  <cp:lastModifiedBy>Durgeshkumar Nonare</cp:lastModifiedBy>
  <cp:revision>1</cp:revision>
  <dcterms:created xsi:type="dcterms:W3CDTF">2026-05-26T14:55:18Z</dcterms:created>
  <dcterms:modified xsi:type="dcterms:W3CDTF">2026-05-26T14:55:18Z</dcterms:modified>
</cp:coreProperties>
</file>